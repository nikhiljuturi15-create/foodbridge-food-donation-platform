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FOODBRIDGE</a:t>
            </a:r>
          </a:p>
          <a:p>
            <a:pPr>
              <a:defRPr sz="2200">
                <a:solidFill>
                  <a:srgbClr val="BBF7D0"/>
                </a:solidFill>
              </a:defRPr>
            </a:pPr>
            <a:r>
              <a:t>Food Donation &amp; Community Redistribution Platform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Problem Statement: HACK-P197 • Internal &amp; External Hackathon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REGISTERED PROJECT TEAM MEMBERS (4-MEMBER SQUAD)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Team Lead &amp; Full-Stack Architect: [Member 1 Name - Lead]  |  Roll No: [Member 1 Roll No]  |  Branch: CSE/IT (Sec A)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2. Backend &amp; Database Engineer: [Member 2 Name]  |  Roll No: [Member 2 Roll No]  |  Branch: CSE/IT (Sec A)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3. Frontend &amp; UI/UX Developer: [Member 3 Name]  |  Roll No: [Member 3 Roll No]  |  Branch: CSE/IT (Sec B)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4. QA, Testing &amp; DevOps Engineer: [Member 4 Name]  |  Roll No: [Member 4 Roll No]  |  Branch: CSE/IT (Sec 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Crisis: Commercial Food Waste vs. Urban Hunger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532D"/>
                </a:solidFill>
              </a:defRPr>
            </a:pPr>
            <a:r>
              <a:t>1.3 Billion Tonnes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Edible Food Discarded Annually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Over one-third of all food produced globally for human consumption is lost or wasted, valued at roughly $1 Trillion USD.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828 Million People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Facing Acute Food Insecurity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Simultaneously, millions experience nutritional deficits daily in urban and metropolitan communities where surplus is generated.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E22CE"/>
                </a:solidFill>
              </a:defRPr>
            </a:pPr>
            <a:r>
              <a:t>Redistribution Gap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Missing Digital Coordination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Hotels, caterers, and grocers lack an instant, legally compliant platform to notify local verified shelters before surplus food perishes.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Solution: FoodBridge Redistribution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Direct Donor-to-Recipient Pipeline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Commercial food businesses publish real-time surplus inventories with use-by windows and safe handling instructions directly to verified local charities.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Double-Booking Concurrency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Atomic database transactions ($transaction) lock inventory upon acceptance, deterministically rejecting overlapping requests and preventing logistical disputes.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4-Digit Pickup Verification Code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Generates a cryptographic one-time handover token shown only to the approved recipient, ensuring authorized physical collection and closing the chain of custody.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49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Food Safety Governance Model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Strict non-certification disclosure framework enforcing donor preparation compliance and recipient intake inspection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Functional Features by Stakeholder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Food Donors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Hotels, Caterers, Supermarkets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Surplus listing creation with preparation and use-by timestamps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Storage &amp; temperature guidelines (≤4°C cold, ≥63°C hot)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Review incoming claim requests with recipient mission notes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Accept claims &amp; issue secure 4-digit handover codes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Live impact telemetry (kg diverted, CO2 offset)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Recipient Organisations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Shelters, Food Banks, Orphanages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Real-time surplus catalog with urgency sorting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Category &amp; dietary filters (Halal, Vegan, Vegetarian)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Claim request workflow with quantity requirements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Secure collection verification code display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Donation history &amp; community feeding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E22CE"/>
                </a:solidFill>
              </a:defRPr>
            </a:pPr>
            <a:r>
              <a:t>Platform Administrators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Compliance &amp; Moderation Staff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NGO registration &amp; official tax ID verification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Listing content moderation &amp; immediate takedown tools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Cryptographic chronological audit trail inspection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System-wide analytics &amp; UN SDG 2 progress reports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User profile oversight &amp;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532D"/>
                </a:solidFill>
              </a:defRPr>
            </a:pPr>
            <a:r>
              <a:t>Frontend Layer: React 18 + Vite + TypeScript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Provides lightning-fast single-page rendering, sub-second HMR development, and strict interface type checking.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532D"/>
                </a:solidFill>
              </a:defRPr>
            </a:pPr>
            <a:r>
              <a:t>Styling &amp; UX: Tailwind CSS + Lucide Icons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Delivers accessible, responsive layout components with high visual contrast and mobile responsiveness.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532D"/>
                </a:solidFill>
              </a:defRPr>
            </a:pPr>
            <a:r>
              <a:t>Backend API: Node.js + Express + TypeScript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Asynchronous non-blocking architecture equipped with modular routing, Zod payload validation, and centralized error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532D"/>
                </a:solidFill>
              </a:defRPr>
            </a:pPr>
            <a:r>
              <a:t>Database &amp; ORM: SQLite / PostgreSQL + Prisma ORM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Guarantees transactional ACID safety, relational foreign-key integrity, and zero-config local persistence swappable to cloud Postgres.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532D"/>
                </a:solidFill>
              </a:defRPr>
            </a:pPr>
            <a:r>
              <a:t>Security &amp; Auth: JWT + bcryptjs (10 Rounds)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Stateless authentication with claims-based Role-Based Access Control (RBAC) preventing unauthorized endpoint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Tier Architecture &amp; Information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Presentation Tier (Vite / React 18 SPA)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Components: BrowseListings, DonorDashboard, RecipientPortal, AdminConsole</a:t>
            </a:r>
            <a:br/>
            <a:r>
              <a:t>State: AuthContext (JWT Token, User Profile)</a:t>
            </a:r>
            <a:br/>
            <a:r>
              <a:t>Communication: Axios HTTP Client with Authorization Interceptors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Application Tier (Express / Node.js Engine)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Middleware: JWT Auth, RBAC Authorization (DONOR/RECIPIENT/ADMIN), Zod Validator</a:t>
            </a:r>
            <a:br/>
            <a:r>
              <a:t>Services: RequestService (Atomic Double-Booking Guard), ListingService, StatsEngine</a:t>
            </a:r>
            <a:br/>
            <a:r>
              <a:t>Endpoints: /api/v1/auth, /listings, /requests, /stats, /admin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Persistence Tier (Prisma ORM &amp; Relational DB)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Models: User (bcrypt, roles), Listing (status enum, use-by), DonationRequest, AuditLog</a:t>
            </a:r>
            <a:br/>
            <a:r>
              <a:t>Transactional Concurrency: Prisma.$transaction with serializable state transitions</a:t>
            </a:r>
            <a:br/>
            <a:r>
              <a:t>Engines: Local SQLite disk file (dev.db) / Cloud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Workflow &amp; Double-Booking 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1. Post Listing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Donor inputs description, quantity, use-by, pickup window, and safety declaration. Status -&gt;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2. Submit Claim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Verified recipient requests portion for community needs. Status -&gt; REQUESTED, request -&gt; PENDING.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Atomic Accept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Prisma.$transaction locks listing. Confirms availability, issues 4-digit code, updates status to CONFIRMED.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4. Auto-Rejection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Competing concurrent claims are automatically rejected with: 'Fulfilled by another recipient'.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5. Handover Code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Recipient presents code at facility. Donor inputs code to confirm handover. Status -&gt;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RESTful API Architecture &amp;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Authentication (/api/v1/auth)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 /register: User onboarding (DONOR/RECIPIENT)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 /login: Issues signed JWT token (7d expiry)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GET /me: Returns authenticated profile &amp; role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PUT /profile: Updates contact &amp; address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Surplus Listings (/api/v1/listings)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GET /: Filterable catalog (category, city, urgency)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 /: Donor creates listing (RBAC: DONOR)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GET /:id: Retrieves single listing &amp; donor metadata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PUT &amp; DELETE /:id: Owner donor updates/cancels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Claims &amp; Handover (/api/v1/requests)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 /: Recipient claims allocation (RBAC: RECIPIENT)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 /:id/accept: Donor accepts &amp; generates code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 /:id/cancel: Reverts listing to AVAILABLE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 /:id/complete: Validates code, marks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Admin &amp; Impact (/api/v1/admin, /stats)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GET /stats/platform: Public meals &amp; CO2 telemetry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GET /admin/users: Directory with verification toggle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PATCH /admin/listings/:id/moderate: Moderation controls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GET /admin/audit-logs: System governance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Relational Database Design &amp; Schema Entities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User Model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Actors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id: String (UUID PK)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email: String (Unique)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password: String (bcrypt hash)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role: 'DONOR' | 'RECIPIENT' | 'ADMIN'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organizationType: String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isVerified: Boolean (default false for NGO)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Listing Model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Surplus Inventory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id: String (UUID PK)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donorId: String (FK -&gt; User)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title, category, quantity, unit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useBy, pickupWindowStart, pickupWindowEnd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storageInstructions, foodSafetyConfirmed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status: AVAILABLE | CONFIRMED |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DonationRequest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Fulfillment Claim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id: String (UUID PK)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listingId: String (FK -&gt; Listing)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recipientId: String (FK -&gt; User)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status: PENDING | ACCEPTED | COMPLETED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requestedQuantity: Float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verificationCode: String (4-digit token)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AuditLog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Security &amp; Governance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id: String (UUID PK)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userId: String (Nullable FK -&gt; User)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action: String (e.g. REQUEST_ACCEPTED)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details: String (Serialized JSON)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createdAt: DateTime (Default now)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Automated Verification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23 / 23 Tests Passing (100% Green)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Executed via Vitest &amp; Supertest with in-memory SQLite transactions.</a:t>
            </a:r>
            <a:br/>
            <a:r>
              <a:t>Duration: 2.97s total execution time with zero flaky tests.</a:t>
            </a:r>
            <a:br/>
            <a:r>
              <a:t>Covers health check, disclaimer, auth, listings CRUD, requests, concurrency, and RBAC.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Postman Collection &amp; Assertions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Complete 20-endpoint automated Postman collection.</a:t>
            </a:r>
            <a:br/>
            <a:r>
              <a:t>Environment variables (baseUrl, tokens, IDs) auto-propagated via test scripts.</a:t>
            </a:r>
            <a:br/>
            <a:r>
              <a:t>Validates HTTP status codes, schema payloads, and double-booking conflict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22CE"/>
                </a:solidFill>
              </a:defRPr>
            </a:pPr>
            <a:r>
              <a:t>Double-Booking Race Condition Tests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Simulates simultaneous claim attempts by multiple recipient NGOs.</a:t>
            </a:r>
            <a:br/>
            <a:r>
              <a:t>Asserts second attempt receives HTTP 409 Conflict with clear error message.</a:t>
            </a:r>
            <a:br/>
            <a:r>
              <a:t>Verifies that cancellation cleanly reverts listing back to AVAILABLE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Input Validation &amp; Error Hardening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Strict Zod schemas reject negative quantities, malformed emails, and invalid dates.</a:t>
            </a:r>
            <a:br/>
            <a:r>
              <a:t>Centralized Express error middleware prevents server crashes.</a:t>
            </a:r>
            <a:br/>
            <a:r>
              <a:t>Audit logs capture all critical security and moderation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COLLEGE HACKATHON • PROBLEM ID: HACK-P197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Deployment Readiness &amp; Challenges Overcome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Challenge 1: Double-Booking in Perishable Handover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Solved via Prisma interactive transactions ($transaction) with status check assertions ensuring atomic status progression and deterministic 409 Conflict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5292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Challenge 2: Food Safety Non-Certification Legalities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Implemented prominent platform disclaimers and mandatory donor declaration checkboxes, clarifying platform redistribution role without claiming safety certification.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Challenge 3: Rapid Evaluation Experience for Judges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Integrated 1-Click Demo Quick-Fill login buttons on both the homepage and login screens, enabling evaluators to inspect Donor, Recipient, and Admin views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59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47487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</a:defRPr>
            </a:pPr>
            <a:r>
              <a:t>Production Deployment Strategy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Engineered with Docker Compose, Vite production static builds (dist/), and standard environment variable templates (.env.example) ready for Render/Supabase cloud hosting.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FOODBRIDGE — REDISTRIBUTING HOPE</a:t>
            </a:r>
          </a:p>
          <a:p>
            <a:pPr>
              <a:defRPr sz="2000">
                <a:solidFill>
                  <a:srgbClr val="BBF7D0"/>
                </a:solidFill>
              </a:defRPr>
            </a:pPr>
            <a:r>
              <a:t>Roadmap &amp; Future Enhancements</a:t>
            </a:r>
          </a:p>
          <a:p>
            <a:pPr>
              <a:defRPr sz="1200">
                <a:solidFill>
                  <a:srgbClr val="F0FDF4"/>
                </a:solidFill>
              </a:defRPr>
            </a:pPr>
            <a:r>
              <a:t>• IoT Temperature Probe Integration: Automated refrigerated van telemetry to verify cold-chain unbroken status.</a:t>
            </a:r>
          </a:p>
          <a:p>
            <a:pPr>
              <a:defRPr sz="1200">
                <a:solidFill>
                  <a:srgbClr val="F0FDF4"/>
                </a:solidFill>
              </a:defRPr>
            </a:pPr>
            <a:r>
              <a:t>• Dynamic Route Optimization: Multi-stop volunteer route calculation connecting multiple donors to distribution hubs.</a:t>
            </a:r>
          </a:p>
          <a:p>
            <a:pPr>
              <a:defRPr sz="1200">
                <a:solidFill>
                  <a:srgbClr val="F0FDF4"/>
                </a:solidFill>
              </a:defRPr>
            </a:pPr>
            <a:r>
              <a:t>• Mobile Native PWA &amp; Offline Verification: Offline SMS fallback for rural and low-bandwidth community centers.</a:t>
            </a:r>
          </a:p>
          <a:p>
            <a:pPr>
              <a:defRPr sz="1200">
                <a:solidFill>
                  <a:srgbClr val="F0FDF4"/>
                </a:solidFill>
              </a:defRPr>
            </a:pPr>
            <a:r>
              <a:t>• Tax Incentive Reporting: Automated CSR tax exemption documentation for participating commercial enterprise donors.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Thank you for evaluating FoodBridge! Dedicated to United Nations SDG 2: Zero Hunger.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